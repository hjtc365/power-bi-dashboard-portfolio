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7" r:id="rId2"/>
    <p:sldId id="263" r:id="rId3"/>
    <p:sldId id="258" r:id="rId4"/>
    <p:sldId id="259" r:id="rId5"/>
    <p:sldId id="260" r:id="rId6"/>
    <p:sldId id="261" r:id="rId7"/>
    <p:sldId id="262" r:id="rId8"/>
    <p:sldId id="25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9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58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76A775C-6008-4570-8ED0-A968709485D3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C3E6129-AF04-4475-8BA4-72957F6BCC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2390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775C-6008-4570-8ED0-A968709485D3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6129-AF04-4475-8BA4-72957F6BCC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6722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775C-6008-4570-8ED0-A968709485D3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6129-AF04-4475-8BA4-72957F6BCC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4810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775C-6008-4570-8ED0-A968709485D3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6129-AF04-4475-8BA4-72957F6BCC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0175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775C-6008-4570-8ED0-A968709485D3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6129-AF04-4475-8BA4-72957F6BCC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7072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775C-6008-4570-8ED0-A968709485D3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6129-AF04-4475-8BA4-72957F6BCC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099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775C-6008-4570-8ED0-A968709485D3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6129-AF04-4475-8BA4-72957F6BCC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5981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775C-6008-4570-8ED0-A968709485D3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6129-AF04-4475-8BA4-72957F6BCC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6073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775C-6008-4570-8ED0-A968709485D3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6129-AF04-4475-8BA4-72957F6BCC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984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775C-6008-4570-8ED0-A968709485D3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6129-AF04-4475-8BA4-72957F6BCC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2595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775C-6008-4570-8ED0-A968709485D3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6129-AF04-4475-8BA4-72957F6BCC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92583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775C-6008-4570-8ED0-A968709485D3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6129-AF04-4475-8BA4-72957F6BCC76}" type="slidenum">
              <a:rPr lang="en-CA" smtClean="0"/>
              <a:t>‹#›</a:t>
            </a:fld>
            <a:endParaRPr lang="en-C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6447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775C-6008-4570-8ED0-A968709485D3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6129-AF04-4475-8BA4-72957F6BCC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9492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775C-6008-4570-8ED0-A968709485D3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6129-AF04-4475-8BA4-72957F6BCC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57280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775C-6008-4570-8ED0-A968709485D3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6129-AF04-4475-8BA4-72957F6BCC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9773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775C-6008-4570-8ED0-A968709485D3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6129-AF04-4475-8BA4-72957F6BCC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43165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775C-6008-4570-8ED0-A968709485D3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6129-AF04-4475-8BA4-72957F6BCC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082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A775C-6008-4570-8ED0-A968709485D3}" type="datetimeFigureOut">
              <a:rPr lang="en-CA" smtClean="0"/>
              <a:t>2026-04-18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E6129-AF04-4475-8BA4-72957F6BCC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00670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72E55A-F160-FBA4-47F3-0A8FC4127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7C780EA-19C0-DAAC-9E3C-74F1CE60AEA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564813"/>
            <a:chOff x="0" y="0"/>
            <a:chExt cx="12192000" cy="56481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403C641-CFB2-D737-7524-CE22DB77E4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536888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3125A60-4B99-2FC3-3DFC-CA9023641E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519093"/>
              <a:ext cx="12192000" cy="4572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AB5E0C9-DF29-E1B0-2E2F-5B9898195B3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6583680"/>
            <a:ext cx="12192000" cy="274320"/>
            <a:chOff x="0" y="6583680"/>
            <a:chExt cx="12192000" cy="2743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392E771-0DBB-629B-7D7D-553CF9FD57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400"/>
              <a:ext cx="12192000" cy="2286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r"/>
              <a:r>
                <a:rPr lang="en-US" sz="12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Developed by hjtc365</a:t>
              </a:r>
              <a:endParaRPr lang="en-CA" sz="1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Condensed" panose="020B050204020402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2CF5C2-5432-F948-654F-FEF73BEB75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583680"/>
              <a:ext cx="12192000" cy="4572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DFFB030-E995-6C2C-B79B-D4C2F2898D00}"/>
              </a:ext>
            </a:extLst>
          </p:cNvPr>
          <p:cNvGrpSpPr/>
          <p:nvPr/>
        </p:nvGrpSpPr>
        <p:grpSpPr>
          <a:xfrm>
            <a:off x="76200" y="0"/>
            <a:ext cx="5106973" cy="481053"/>
            <a:chOff x="84152" y="0"/>
            <a:chExt cx="5106973" cy="48105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6ECA38-4168-D134-1CC7-0EE0A850EC3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401" y="0"/>
              <a:ext cx="4657724" cy="477054"/>
            </a:xfrm>
            <a:prstGeom prst="rect">
              <a:avLst/>
            </a:prstGeom>
            <a:noFill/>
          </p:spPr>
          <p:txBody>
            <a:bodyPr wrap="square" lIns="91440" tIns="45720" rIns="91440" rtlCol="0" anchor="ctr" anchorCtr="0">
              <a:spAutoFit/>
            </a:bodyPr>
            <a:lstStyle/>
            <a:p>
              <a:r>
                <a:rPr lang="en-US" sz="25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Campaign Pulse: </a:t>
              </a:r>
              <a:r>
                <a:rPr lang="en-US" sz="25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EXECUTIVE OVERVIEW</a:t>
              </a:r>
              <a:endParaRPr lang="en-CA" sz="25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Condensed" panose="020B0502040204020203" pitchFamily="34" charset="0"/>
              </a:endParaRPr>
            </a:p>
          </p:txBody>
        </p:sp>
        <p:pic>
          <p:nvPicPr>
            <p:cNvPr id="5" name="Graphic 4" descr="Heartbeat with solid fill">
              <a:extLst>
                <a:ext uri="{FF2B5EF4-FFF2-40B4-BE49-F238E27FC236}">
                  <a16:creationId xmlns:a16="http://schemas.microsoft.com/office/drawing/2014/main" id="{A46EE156-4B06-0847-0AB3-43B77E063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152" y="23853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88158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35889-427A-CB09-527B-E3FA7A7E9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A7AD934-5699-62D9-7CAA-CBE826CFD82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564813"/>
            <a:chOff x="0" y="0"/>
            <a:chExt cx="12192000" cy="56481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2D9E005-5AE6-31CD-A199-45890A34AC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536888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1B0E859-8D3A-5C9A-C035-2677C46857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519093"/>
              <a:ext cx="12192000" cy="4572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9F4283-E050-105B-51CB-BFE786591BE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6583680"/>
            <a:ext cx="12192000" cy="274320"/>
            <a:chOff x="0" y="6583680"/>
            <a:chExt cx="12192000" cy="2743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D56F11C-C67D-5B83-3537-92F493E766E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400"/>
              <a:ext cx="12192000" cy="2286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r"/>
              <a:r>
                <a:rPr lang="en-US" sz="12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Developed by hjtc365</a:t>
              </a:r>
              <a:endParaRPr lang="en-CA" sz="1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Condensed" panose="020B050204020402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8A4DA91-A4D6-0239-D2C9-E725466264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583680"/>
              <a:ext cx="12192000" cy="4572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BA7AA0B-1281-5808-06FE-D4DF67C9BFBC}"/>
              </a:ext>
            </a:extLst>
          </p:cNvPr>
          <p:cNvGrpSpPr/>
          <p:nvPr/>
        </p:nvGrpSpPr>
        <p:grpSpPr>
          <a:xfrm>
            <a:off x="76200" y="0"/>
            <a:ext cx="5106973" cy="481053"/>
            <a:chOff x="84152" y="0"/>
            <a:chExt cx="5106973" cy="48105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DE209FB-7C91-C109-20F4-F45421AB152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401" y="0"/>
              <a:ext cx="4657724" cy="477054"/>
            </a:xfrm>
            <a:prstGeom prst="rect">
              <a:avLst/>
            </a:prstGeom>
            <a:noFill/>
          </p:spPr>
          <p:txBody>
            <a:bodyPr wrap="square" lIns="91440" tIns="45720" rIns="91440" rtlCol="0" anchor="ctr" anchorCtr="0">
              <a:spAutoFit/>
            </a:bodyPr>
            <a:lstStyle/>
            <a:p>
              <a:r>
                <a:rPr lang="en-US" sz="25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Campaign Pulse: </a:t>
              </a:r>
              <a:r>
                <a:rPr lang="en-US" sz="25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DATA QUALITY</a:t>
              </a:r>
              <a:endParaRPr lang="en-CA" sz="25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Condensed" panose="020B0502040204020203" pitchFamily="34" charset="0"/>
              </a:endParaRPr>
            </a:p>
          </p:txBody>
        </p:sp>
        <p:pic>
          <p:nvPicPr>
            <p:cNvPr id="5" name="Graphic 4" descr="Heartbeat with solid fill">
              <a:extLst>
                <a:ext uri="{FF2B5EF4-FFF2-40B4-BE49-F238E27FC236}">
                  <a16:creationId xmlns:a16="http://schemas.microsoft.com/office/drawing/2014/main" id="{7C574FC0-69CC-4BF4-085B-D90E60DA1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152" y="23853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916054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8149A7-1D8E-6A21-C55C-1BB7091F9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2A28BE4-EC10-7150-739D-CEEC0AD21CB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564813"/>
            <a:chOff x="0" y="0"/>
            <a:chExt cx="12192000" cy="56481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0FC28F0-1E1A-B4A2-F317-496931D1B25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536888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AEC2AD-E241-68A2-ED47-9EFA688867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519093"/>
              <a:ext cx="12192000" cy="4572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02C28C6-5B8E-749A-C9DC-43D1434F85B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6583680"/>
            <a:ext cx="12192000" cy="274320"/>
            <a:chOff x="0" y="6583680"/>
            <a:chExt cx="12192000" cy="2743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2460073-AC8D-3E5C-78D0-D62BA39999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400"/>
              <a:ext cx="12192000" cy="2286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r"/>
              <a:r>
                <a:rPr lang="en-US" sz="12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Developed by hjtc365</a:t>
              </a:r>
              <a:endParaRPr lang="en-CA" sz="1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Condensed" panose="020B050204020402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C95975-FCFE-C3F0-A5DE-190D6415B0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583680"/>
              <a:ext cx="12192000" cy="4572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CE68526-BA32-FCD0-13F7-6F18A50E0624}"/>
              </a:ext>
            </a:extLst>
          </p:cNvPr>
          <p:cNvGrpSpPr/>
          <p:nvPr/>
        </p:nvGrpSpPr>
        <p:grpSpPr>
          <a:xfrm>
            <a:off x="76200" y="0"/>
            <a:ext cx="5106973" cy="481053"/>
            <a:chOff x="84152" y="0"/>
            <a:chExt cx="5106973" cy="48105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0D681C2-8627-5035-A35B-C89E2C94319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401" y="0"/>
              <a:ext cx="4657724" cy="477054"/>
            </a:xfrm>
            <a:prstGeom prst="rect">
              <a:avLst/>
            </a:prstGeom>
            <a:noFill/>
          </p:spPr>
          <p:txBody>
            <a:bodyPr wrap="square" lIns="91440" tIns="45720" rIns="91440" rtlCol="0" anchor="ctr" anchorCtr="0">
              <a:spAutoFit/>
            </a:bodyPr>
            <a:lstStyle/>
            <a:p>
              <a:r>
                <a:rPr lang="en-US" sz="25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Campaign Pulse: </a:t>
              </a:r>
              <a:r>
                <a:rPr lang="en-US" sz="25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CUSTOMER PROFILE</a:t>
              </a:r>
              <a:endParaRPr lang="en-CA" sz="25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Condensed" panose="020B0502040204020203" pitchFamily="34" charset="0"/>
              </a:endParaRPr>
            </a:p>
          </p:txBody>
        </p:sp>
        <p:pic>
          <p:nvPicPr>
            <p:cNvPr id="5" name="Graphic 4" descr="Heartbeat with solid fill">
              <a:extLst>
                <a:ext uri="{FF2B5EF4-FFF2-40B4-BE49-F238E27FC236}">
                  <a16:creationId xmlns:a16="http://schemas.microsoft.com/office/drawing/2014/main" id="{3D2F92E6-E16A-441D-2B5A-3458C2E9C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152" y="23853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836481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ABA5F7-D022-2AF2-9DEC-2BB75F1AD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7BD64D9-832D-BA90-BBAD-DA2F481225B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564813"/>
            <a:chOff x="0" y="0"/>
            <a:chExt cx="12192000" cy="56481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1E07F4E-F1A0-FA10-4C13-1D346FF95A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536888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AFCF15E-0F6E-32C7-A0FC-8AA22EA542B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519093"/>
              <a:ext cx="12192000" cy="4572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6E2BA7D-EABB-3647-881C-52E56060CB7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6583680"/>
            <a:ext cx="12192000" cy="274320"/>
            <a:chOff x="0" y="6583680"/>
            <a:chExt cx="12192000" cy="2743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D8D9038-237F-F405-1EFF-FD48D9C6DD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400"/>
              <a:ext cx="12192000" cy="2286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r"/>
              <a:r>
                <a:rPr lang="en-US" sz="12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Developed by hjtc365</a:t>
              </a:r>
              <a:endParaRPr lang="en-CA" sz="1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Condensed" panose="020B050204020402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BD671E4-6FC7-C468-8DE8-B3292DF713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583680"/>
              <a:ext cx="12192000" cy="4572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043DE54-F89F-90E5-003F-950B457AA2EF}"/>
              </a:ext>
            </a:extLst>
          </p:cNvPr>
          <p:cNvGrpSpPr/>
          <p:nvPr/>
        </p:nvGrpSpPr>
        <p:grpSpPr>
          <a:xfrm>
            <a:off x="76200" y="0"/>
            <a:ext cx="5106973" cy="481053"/>
            <a:chOff x="84152" y="0"/>
            <a:chExt cx="5106973" cy="48105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7394F06-6937-04DD-1465-55BEB3A1485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401" y="0"/>
              <a:ext cx="4657724" cy="477054"/>
            </a:xfrm>
            <a:prstGeom prst="rect">
              <a:avLst/>
            </a:prstGeom>
            <a:noFill/>
          </p:spPr>
          <p:txBody>
            <a:bodyPr wrap="square" lIns="91440" tIns="45720" rIns="91440" rtlCol="0" anchor="ctr" anchorCtr="0">
              <a:spAutoFit/>
            </a:bodyPr>
            <a:lstStyle/>
            <a:p>
              <a:r>
                <a:rPr lang="en-US" sz="25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Campaign Pulse: </a:t>
              </a:r>
              <a:r>
                <a:rPr lang="en-US" sz="25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PRODUCT PERFORMANCE</a:t>
              </a:r>
              <a:endParaRPr lang="en-CA" sz="25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Condensed" panose="020B0502040204020203" pitchFamily="34" charset="0"/>
              </a:endParaRPr>
            </a:p>
          </p:txBody>
        </p:sp>
        <p:pic>
          <p:nvPicPr>
            <p:cNvPr id="5" name="Graphic 4" descr="Heartbeat with solid fill">
              <a:extLst>
                <a:ext uri="{FF2B5EF4-FFF2-40B4-BE49-F238E27FC236}">
                  <a16:creationId xmlns:a16="http://schemas.microsoft.com/office/drawing/2014/main" id="{A3E65BAB-DF81-9283-2AF9-07082D2BB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152" y="23853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617885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C9FD1B-77FA-F0B9-84F1-2C0923E1E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94E66B1-2F5B-558E-9934-E118D113C2E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564813"/>
            <a:chOff x="0" y="0"/>
            <a:chExt cx="12192000" cy="56481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6AEAA5B-2334-9935-CC9A-C3D6AB69BB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536888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A8CFE1C-6154-30FB-B7C5-0FD6EB4FBB0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519093"/>
              <a:ext cx="12192000" cy="4572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5A1F84B-535D-513A-34CB-6F89788F8F7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6583680"/>
            <a:ext cx="12192000" cy="274320"/>
            <a:chOff x="0" y="6583680"/>
            <a:chExt cx="12192000" cy="2743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3D3047E-EE91-8349-5027-91056A9FC7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400"/>
              <a:ext cx="12192000" cy="2286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r"/>
              <a:r>
                <a:rPr lang="en-US" sz="12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Developed by hjtc365</a:t>
              </a:r>
              <a:endParaRPr lang="en-CA" sz="1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Condensed" panose="020B050204020402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1AC86C1-9107-F564-FCB2-85B61AF13C7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583680"/>
              <a:ext cx="12192000" cy="4572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D9378AD-1E67-7E93-C2BB-F2D0E6B43031}"/>
              </a:ext>
            </a:extLst>
          </p:cNvPr>
          <p:cNvGrpSpPr/>
          <p:nvPr/>
        </p:nvGrpSpPr>
        <p:grpSpPr>
          <a:xfrm>
            <a:off x="76200" y="0"/>
            <a:ext cx="5106973" cy="481053"/>
            <a:chOff x="84152" y="0"/>
            <a:chExt cx="5106973" cy="48105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D5242BA-77B5-2940-2E53-CA7E513A723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401" y="0"/>
              <a:ext cx="4657724" cy="477054"/>
            </a:xfrm>
            <a:prstGeom prst="rect">
              <a:avLst/>
            </a:prstGeom>
            <a:noFill/>
          </p:spPr>
          <p:txBody>
            <a:bodyPr wrap="square" lIns="91440" tIns="45720" rIns="91440" rtlCol="0" anchor="ctr" anchorCtr="0">
              <a:spAutoFit/>
            </a:bodyPr>
            <a:lstStyle/>
            <a:p>
              <a:r>
                <a:rPr lang="en-US" sz="25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Campaign Pulse: </a:t>
              </a:r>
              <a:r>
                <a:rPr lang="en-US" sz="25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CHANNEL PERFORMANCE</a:t>
              </a:r>
              <a:endParaRPr lang="en-CA" sz="25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Condensed" panose="020B0502040204020203" pitchFamily="34" charset="0"/>
              </a:endParaRPr>
            </a:p>
          </p:txBody>
        </p:sp>
        <p:pic>
          <p:nvPicPr>
            <p:cNvPr id="5" name="Graphic 4" descr="Heartbeat with solid fill">
              <a:extLst>
                <a:ext uri="{FF2B5EF4-FFF2-40B4-BE49-F238E27FC236}">
                  <a16:creationId xmlns:a16="http://schemas.microsoft.com/office/drawing/2014/main" id="{576593E6-A551-D244-1F9A-7EEF3AAFE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152" y="23853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04410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5A9B89-8C8F-B4A7-1383-E0CB61BF8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D56C04A-B5C9-D62A-F5E9-CF978B9787F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564813"/>
            <a:chOff x="0" y="0"/>
            <a:chExt cx="12192000" cy="56481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F40E6C4-CA20-675C-5470-095BE24C5F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536888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1A7F195-8CFD-0B49-EC26-B67EBB0298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519093"/>
              <a:ext cx="12192000" cy="4572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E722651-6A01-EE36-E5CB-30A842D189A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6583680"/>
            <a:ext cx="12192000" cy="274320"/>
            <a:chOff x="0" y="6583680"/>
            <a:chExt cx="12192000" cy="2743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9A38282-8D2C-090B-1177-1FBA3520FD6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400"/>
              <a:ext cx="12192000" cy="2286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r"/>
              <a:r>
                <a:rPr lang="en-US" sz="12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Developed by hjtc365</a:t>
              </a:r>
              <a:endParaRPr lang="en-CA" sz="1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Condensed" panose="020B050204020402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D62E56B-D7F9-6234-0E39-EAF848E433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583680"/>
              <a:ext cx="12192000" cy="4572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1320E0E-4CAA-1920-7C85-B881F1EC8221}"/>
              </a:ext>
            </a:extLst>
          </p:cNvPr>
          <p:cNvGrpSpPr/>
          <p:nvPr/>
        </p:nvGrpSpPr>
        <p:grpSpPr>
          <a:xfrm>
            <a:off x="76200" y="0"/>
            <a:ext cx="5106973" cy="481053"/>
            <a:chOff x="84152" y="0"/>
            <a:chExt cx="5106973" cy="48105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60EF98-B412-1E5B-FFFD-D0FB0B543B5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401" y="0"/>
              <a:ext cx="4657724" cy="477054"/>
            </a:xfrm>
            <a:prstGeom prst="rect">
              <a:avLst/>
            </a:prstGeom>
            <a:noFill/>
          </p:spPr>
          <p:txBody>
            <a:bodyPr wrap="square" lIns="91440" tIns="45720" rIns="91440" rtlCol="0" anchor="ctr" anchorCtr="0">
              <a:spAutoFit/>
            </a:bodyPr>
            <a:lstStyle/>
            <a:p>
              <a:r>
                <a:rPr lang="en-US" sz="25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Campaign Pulse: </a:t>
              </a:r>
              <a:r>
                <a:rPr lang="en-US" sz="25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CAMPAIGN EFFECTIVENESS</a:t>
              </a:r>
              <a:endParaRPr lang="en-CA" sz="25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Condensed" panose="020B0502040204020203" pitchFamily="34" charset="0"/>
              </a:endParaRPr>
            </a:p>
          </p:txBody>
        </p:sp>
        <p:pic>
          <p:nvPicPr>
            <p:cNvPr id="5" name="Graphic 4" descr="Heartbeat with solid fill">
              <a:extLst>
                <a:ext uri="{FF2B5EF4-FFF2-40B4-BE49-F238E27FC236}">
                  <a16:creationId xmlns:a16="http://schemas.microsoft.com/office/drawing/2014/main" id="{0B9A812E-BB2B-64DE-EE17-4B24E8807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152" y="23853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4294613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3C4F9A-C688-D08A-F4CC-4A339E1EB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52B597E-2ED6-3E2B-FABE-A6FB6EA02A0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564813"/>
            <a:chOff x="0" y="0"/>
            <a:chExt cx="12192000" cy="56481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426FE67-59F6-8589-B2AD-1AA38B55CCE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536888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13F9DD6-4F55-5EE9-BA8A-A934F9D15D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519093"/>
              <a:ext cx="12192000" cy="4572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871F6A4-C170-13C3-2C41-8ED43EB996F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6583680"/>
            <a:ext cx="12192000" cy="274320"/>
            <a:chOff x="0" y="6583680"/>
            <a:chExt cx="12192000" cy="2743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95353C1-455F-324C-AE78-00552632EB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629400"/>
              <a:ext cx="12192000" cy="2286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r"/>
              <a:r>
                <a:rPr lang="en-US" sz="1200" b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Developed </a:t>
              </a:r>
              <a:r>
                <a:rPr lang="en-US" sz="12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by hjtc365</a:t>
              </a:r>
              <a:endParaRPr lang="en-CA" sz="1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Condensed" panose="020B050204020402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BBABE57-C66D-D3DB-838B-DC72EF69AE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583680"/>
              <a:ext cx="12192000" cy="4572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tx1">
                    <a:lumMod val="85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DB2886D-3B17-8C1A-A2D8-463B07C14641}"/>
              </a:ext>
            </a:extLst>
          </p:cNvPr>
          <p:cNvGrpSpPr/>
          <p:nvPr/>
        </p:nvGrpSpPr>
        <p:grpSpPr>
          <a:xfrm>
            <a:off x="76200" y="0"/>
            <a:ext cx="6008914" cy="481053"/>
            <a:chOff x="84152" y="0"/>
            <a:chExt cx="5106973" cy="48105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2906330-A1AD-F530-1A0D-60BAF040453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401" y="0"/>
              <a:ext cx="4657724" cy="477054"/>
            </a:xfrm>
            <a:prstGeom prst="rect">
              <a:avLst/>
            </a:prstGeom>
            <a:noFill/>
          </p:spPr>
          <p:txBody>
            <a:bodyPr wrap="square" lIns="91440" tIns="45720" rIns="91440" rtlCol="0" anchor="ctr" anchorCtr="0">
              <a:spAutoFit/>
            </a:bodyPr>
            <a:lstStyle/>
            <a:p>
              <a:r>
                <a:rPr lang="en-US" sz="25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Campaign Pulse: </a:t>
              </a:r>
              <a:r>
                <a:rPr lang="en-US" sz="25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Condensed" panose="020B0502040204020203" pitchFamily="34" charset="0"/>
                </a:rPr>
                <a:t>WEB PURCHASE DRIVERS</a:t>
              </a:r>
              <a:endParaRPr lang="en-CA" sz="25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Condensed" panose="020B0502040204020203" pitchFamily="34" charset="0"/>
              </a:endParaRPr>
            </a:p>
          </p:txBody>
        </p:sp>
        <p:pic>
          <p:nvPicPr>
            <p:cNvPr id="5" name="Graphic 4" descr="Heartbeat with solid fill">
              <a:extLst>
                <a:ext uri="{FF2B5EF4-FFF2-40B4-BE49-F238E27FC236}">
                  <a16:creationId xmlns:a16="http://schemas.microsoft.com/office/drawing/2014/main" id="{96919DC7-76B5-618A-63DE-DF6D32D7F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152" y="23853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04462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D9D207-9A05-090E-BC9E-4CA49708448A}"/>
              </a:ext>
            </a:extLst>
          </p:cNvPr>
          <p:cNvSpPr/>
          <p:nvPr/>
        </p:nvSpPr>
        <p:spPr>
          <a:xfrm>
            <a:off x="1066885" y="704850"/>
            <a:ext cx="828675" cy="552450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7FDF520-E2F8-7629-C5F7-C517156F3626}"/>
              </a:ext>
            </a:extLst>
          </p:cNvPr>
          <p:cNvSpPr/>
          <p:nvPr/>
        </p:nvSpPr>
        <p:spPr>
          <a:xfrm>
            <a:off x="9647463" y="704850"/>
            <a:ext cx="828675" cy="552450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30C17D-95CB-AE0D-31F9-04BBB4FF3ACA}"/>
              </a:ext>
            </a:extLst>
          </p:cNvPr>
          <p:cNvSpPr/>
          <p:nvPr/>
        </p:nvSpPr>
        <p:spPr>
          <a:xfrm>
            <a:off x="2292682" y="704850"/>
            <a:ext cx="828675" cy="552450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6F7338-5505-5917-F570-2ED088BA6EE9}"/>
              </a:ext>
            </a:extLst>
          </p:cNvPr>
          <p:cNvSpPr/>
          <p:nvPr/>
        </p:nvSpPr>
        <p:spPr>
          <a:xfrm>
            <a:off x="3518479" y="704850"/>
            <a:ext cx="828675" cy="55245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FF4A8A-EE65-3F8A-CA20-E4F4DC728FC6}"/>
              </a:ext>
            </a:extLst>
          </p:cNvPr>
          <p:cNvSpPr/>
          <p:nvPr/>
        </p:nvSpPr>
        <p:spPr>
          <a:xfrm>
            <a:off x="4744276" y="704850"/>
            <a:ext cx="828675" cy="55245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DE534A-7E29-837B-77AF-F461307E6575}"/>
              </a:ext>
            </a:extLst>
          </p:cNvPr>
          <p:cNvSpPr/>
          <p:nvPr/>
        </p:nvSpPr>
        <p:spPr>
          <a:xfrm>
            <a:off x="5970073" y="704850"/>
            <a:ext cx="828675" cy="552450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DE7D979-C9D1-93CC-19E0-F07D5294D869}"/>
              </a:ext>
            </a:extLst>
          </p:cNvPr>
          <p:cNvSpPr/>
          <p:nvPr/>
        </p:nvSpPr>
        <p:spPr>
          <a:xfrm>
            <a:off x="7195870" y="704850"/>
            <a:ext cx="828675" cy="55245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7B49A9-63F6-3F62-AAC0-1C0D4EDA136C}"/>
              </a:ext>
            </a:extLst>
          </p:cNvPr>
          <p:cNvSpPr/>
          <p:nvPr/>
        </p:nvSpPr>
        <p:spPr>
          <a:xfrm>
            <a:off x="8421667" y="704850"/>
            <a:ext cx="828675" cy="55245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43458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4644</TotalTime>
  <Words>57</Words>
  <Application>Microsoft Office PowerPoint</Application>
  <PresentationFormat>Widescreen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Bahnschrift Condensed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BC Ferries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Cheng, Tony</dc:creator>
  <cp:lastModifiedBy>Cheng, Tony</cp:lastModifiedBy>
  <cp:revision>32</cp:revision>
  <dcterms:created xsi:type="dcterms:W3CDTF">2026-04-13T02:28:39Z</dcterms:created>
  <dcterms:modified xsi:type="dcterms:W3CDTF">2026-04-19T01:16:34Z</dcterms:modified>
</cp:coreProperties>
</file>